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864"/>
                </a:solidFill>
              </a:rPr>
              <a:t>SổSạch · Lộ trình AI 12 tháng — Nhóm P100 · CS13 Đề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solidFill>
            <a:srgbClr val="1F3864"/>
          </a:solidFill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Lên Mức 1 trong 3 tháng: kế toán chỉ xem 20% hóa đơn, 0 lỗi MST/tiền trên 3.000 hóa đơn, biên 69%; ngày 90 quyết định mở rộng nếu doanh thu ≥ 3,71 triệu/văn phòng.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5486400" cy="16459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</a:rPr>
              <a:t>3 việc chính</a:t>
            </a:r>
          </a:p>
          <a:p>
            <a:r>
              <a:rPr sz="1600" b="0">
                <a:solidFill>
                  <a:srgbClr val="222222"/>
                </a:solidFill>
              </a:rPr>
              <a:t>Bây giờ: đối chiếu MST + gắn cờ + đọc ảnh bản 2 + kiểm chứng doanh thu · Tiếp theo: Mức 2 (duyệt 10%), thu dữ liệu hạch toán · Sau này: gợi ý hạch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2103120"/>
            <a:ext cx="5486400" cy="16459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</a:rPr>
              <a:t>Cần gì</a:t>
            </a:r>
          </a:p>
          <a:p>
            <a:r>
              <a:rPr sz="1600" b="0">
                <a:solidFill>
                  <a:srgbClr val="222222"/>
                </a:solidFill>
              </a:rPr>
              <a:t>Chị Hạnh 3 giờ/tuần kiểm 1% hóa đơn; anh Tùng chấm bộ đề (8,5 giờ/vòng); tích hợp dịch vụ tra cứu MST; ≥ 10 văn phòng thử nghiệm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5486400" cy="16459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</a:rPr>
              <a:t>Rủi ro lớn nhất &amp; cách xử lý</a:t>
            </a:r>
          </a:p>
          <a:p>
            <a:r>
              <a:rPr sz="1600" b="0">
                <a:solidFill>
                  <a:srgbClr val="222222"/>
                </a:solidFill>
              </a:rPr>
              <a:t>Doanh thu phụ thuộc 30% văn phòng dùng nhiều (65%), hết tiền tháng 7 → kiểm chứng gia hạn ngay; 1 lỗi MST/tiền → lùi Mức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3931920"/>
            <a:ext cx="5486400" cy="16459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</a:rPr>
              <a:t>Khi nào xem lại</a:t>
            </a:r>
          </a:p>
          <a:p>
            <a:r>
              <a:rPr sz="1600" b="0">
                <a:solidFill>
                  <a:srgbClr val="222222"/>
                </a:solidFill>
              </a:rPr>
              <a:t>Ngày 30/60/90; khi có mô hình mới, phần mềm kế toán ra tính năng tương tự hoặc quy định AI thay đổi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</a:rPr>
              <a:t>Số liệu (trang 2): doanh thu 2.256 đ/hóa đơn · Mức 0 chi phí 1.704 đ, biên 24% · Mức 1 (duyệt 20%) 704 đ, biên 69% · Mức 2 (duyệt 10%) 579 đ, biên 74% · Kịch bản xấu hết tiền tháng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