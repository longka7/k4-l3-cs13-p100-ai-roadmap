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SổSạch · Lộ trình AI 12 tháng — Nhóm P100 · CS13 Đề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1F3864"/>
          </a:solidFill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Thử 3 tháng với 10–15 văn phòng: AI đọc hóa đơn ảnh giảm ≥ 50% giờ nhập, đúng ≥ 98% số tiền; ngày 90 quyết định mở rộng theo doanh thu ≥ 3,71 triệu/văn phòng.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5486400" cy="164592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</a:rPr>
              <a:t>3 việc chính</a:t>
            </a:r>
          </a:p>
          <a:p>
            <a:r>
              <a:rPr sz="1600" b="0">
                <a:solidFill>
                  <a:srgbClr val="222222"/>
                </a:solidFill>
              </a:rPr>
              <a:t>Bây giờ: đọc hóa đơn + xuất file phần mềm kế toán + cảnh báo lỗi + kiểm chứng gói giá · Tiếp theo: Mức 2, gợi ý định khoản · Sau này: đối chiếu hóa đơn điện tử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2103120"/>
            <a:ext cx="5486400" cy="164592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</a:rPr>
              <a:t>Cần gì</a:t>
            </a:r>
          </a:p>
          <a:p>
            <a:r>
              <a:rPr sz="1600" b="0">
                <a:solidFill>
                  <a:srgbClr val="222222"/>
                </a:solidFill>
              </a:rPr>
              <a:t>Kế toán viên duyệt 100% rồi 20%; giờ kế toán trưởng gắn nhãn 300 hóa đơn; ảnh hóa đơn thật của 10–15 văn phòng; thỏa thuận xử lý dữ liệu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486400" cy="164592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</a:rPr>
              <a:t>Rủi ro lớn nhất &amp; cách xử lý</a:t>
            </a:r>
          </a:p>
          <a:p>
            <a:r>
              <a:rPr sz="1600" b="0">
                <a:solidFill>
                  <a:srgbClr val="222222"/>
                </a:solidFill>
              </a:rPr>
              <a:t>Doanh thu phụ thuộc 30% văn phòng dùng nhiều (65%) → kiểm chứng gói giá ngay; Mức 0 biên 24% → lên Mức 1 (biên 69%) sớm khi qua cổng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3931920"/>
            <a:ext cx="5486400" cy="164592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</a:rPr>
              <a:t>Khi nào xem lại</a:t>
            </a:r>
          </a:p>
          <a:p>
            <a:r>
              <a:rPr sz="1600" b="0">
                <a:solidFill>
                  <a:srgbClr val="222222"/>
                </a:solidFill>
              </a:rPr>
              <a:t>Ngày 30/60/90; khi có mô hình mới, phần mềm kế toán ra tính năng tương tự hoặc Luật AI đổi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</a:rPr>
              <a:t>Số liệu (trang 2): doanh thu 2.256 đ/hóa đơn · Mức 0 chi phí 1.704 đ, biên 24% · Mức 1 (duyệt 20%) 704 đ, biên 69% · Mức 2 (duyệt 10%) 579 đ, biên 74% · Kịch bản xấu hết tiền tháng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